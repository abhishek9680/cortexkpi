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B82F6"/>
                </a:solidFill>
              </a:defRPr>
            </a:pPr>
            <a:r>
              <a:t>ACCENTURE INNOVATION CHALLENGE 2026 | PROBLEM STATEMENT 3: BUSINESSINTELLIGENCE.AI</a:t>
            </a:r>
          </a:p>
          <a:p>
            <a:pPr>
              <a:spcAft>
                <a:spcPts val="1000"/>
              </a:spcAft>
              <a:defRPr sz="4400" b="1">
                <a:solidFill>
                  <a:srgbClr val="F8FAFC"/>
                </a:solidFill>
              </a:defRPr>
            </a:pPr>
            <a:r>
              <a:t>🧠 CortexKPI</a:t>
            </a:r>
          </a:p>
          <a:p>
            <a:pPr>
              <a:spcAft>
                <a:spcPts val="2000"/>
              </a:spcAft>
              <a:defRPr sz="2200">
                <a:solidFill>
                  <a:srgbClr val="8B5CF6"/>
                </a:solidFill>
              </a:defRPr>
            </a:pPr>
            <a:r>
              <a:t>Autonomous Executive Storytelling &amp; Prescriptive Synthesis Engine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Team: Team cognition (IIT Jodhpur)  |  Authors: Abhishek Gehlot &amp; Saurav Gupta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ACCENTURE INNOVATION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Enterprise Pain: Critical Outage Triage Paralysis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🚨 Current Status Quo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Fragmented Telemetry: APM charts (Datadog), Deployment tickets (Jira), Customer feedback (Zendesk), and Slack war rooms exist in silos.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6+ Hours Mean-Time-To-Detect (MTTD): C-Suite executives waste hours arguing over correlation vs causation.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Severe Revenue Bleed: An un-triaged payment gateway bug costs enterprises $190,000+ per day in lost sales.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Alert Fatigue: Static threshold alerts spam engineers with false alarms on normal weekend traffic dips.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⚡ The CortexKPI Transformation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Autonomous AI Doctor: Unifies time-series metrics, causal dependency graphs, and unstructured NLP logs.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&lt;2 Seconds Triage: Mathematically isolates the exact root cause commit without human delays.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1-Click Mitigation: Enables leadership to execute instant automated SOP rollbacks from the UI.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Zero False Alarms: Bayesian baselining adapts dynamically to 365 days of real weekly seasonality.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ACCENTURE INNOVATION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CortexKPI 4-Layer Autonomous Diagnostic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📈 Layer 1: Anomaly ML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Seasonal STL Decomposition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Bayesian Dynamic Baselining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Student-t Confidence Bounds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Isolation Forest ML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Empirical p-values (p &lt; 0.001)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🌳 Layer 2: Causal DAG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Structural Causal Model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Variance Attribution (% Δ)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Root-Cause Leaf Isolation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What-If Counterfactuals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Multiplicative Graph Sync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🔍 Layer 3: RAG NLP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N-Gram TF-IDF Vectorizer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Cosine Semantic Similarity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Temporal Decay: exp(-λ|Δt|)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Jira / Zendesk / Slack Fusion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Exact PR/Commit Isolation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🕵️ Layer 4: Executive AI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4-Pillar Epistemic Safeguards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Known Facts vs Data Gaps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1-Click Automated SOP Fix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Local Qwen 3.8 / LLM Hook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Voice AI Executive Briefing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ACCENTURE INNOVATION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Mathematical Foundation: Anomaly ML &amp; Causal 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📈 Layer 1: Noise-Aware Baselining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Shifted Moving Window: Shifted by 1 day to prevent active incident from corrupting normal baseline.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Z-Score Quantification: Z = (Value - Baseline) / Rolling Std. Breaches with |Z| &gt; 2.0 trigger incident status.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Unsupervised Isolation Forest: Evaluates acceleration, volatility, and percentage change to detect subtle anomalies.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Empirical Two-Tailed Significance: Quantifies p-values to eliminate weekend false alarms.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🌳 Layer 2: Causal Metric DAG &amp; What-If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Decomposition Formula: Revenue = Sessions × (Conversion Rate / 100) × AOV.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Variance Attribution: Calculates mathematical % contribution of each child node to parent revenue drop.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What-If Counterfactual Simulator: Interactive slider computes E[Revenue | do(Payment = x')] in real time.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Dynamic Schema Adaptation: Auto-adapts to SaaS, E-Commerce, or Logistics custom uploaded schemas.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ACCENTURE INNOVATION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Multimodal Evidence Fusion &amp; Prescriptive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🔍 Layer 3: Multimodal RAG with Decay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Dynamic Query Synthesis: Generates targeted NLP queries from anomaly metadata (KPI + Region + Delta).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Exponential Temporal Decay: w = exp(-λ · |Δt|). Recent deployments close to the anomaly receive higher rank.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Multi-Corpus Unification: Simultaneously searches Jira commits, Zendesk tickets, and Slack alerts.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High Semantic Precision: Isolates exact commit (e.g. DEPLOY-8490: Stripe 3DS Gateway Upgrade).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🕵️ Layer 4: Prescriptive Synthesis &amp; 1-Click Fix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4-Pillar Epistemic Protocol: Explicitly categorizes Known Facts, Telemetry Gaps, Ruled Out, and SOP Actions.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1-Click Automated Rollback: Dynamically computes pre-incident distribution and restores baseline metrics.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Dual-Engine Flexibility: Offline deterministic mathematical engine + Live Local Qwen 3.8 / LLM synthesis.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Voice AI Speech: Generates real-time audio executive briefings for C-Suite leadership.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ACCENTURE INNOVATION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Persona-Aware Executive Dashboard &amp; Dual-Mode 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👑 C-Suite Perspective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Focus: Daily revenue loss &amp; strategic ROI.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Display: Clean plain-English narrative &amp; red financial impact badge.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Action: 1-Click executive authorization.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Mode: Defaults to Simple 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⚙️ DevOps Perspective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Focus: Deployment logs &amp; incident triage.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Display: Terminal monospace logs, commit hashes &amp; APM alerts.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Action: Hotfix rollback &amp; service restart.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Mode: Unlocks commit diffs &amp; traces.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📊 BI Analyst Perspective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Focus: Model validation &amp; statistical audit.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Display: 6-card Z-score grid &amp; p-values.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Action: Controlled A/B recovery verification.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Mode: Full mathematical diagnostics.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ACCENTURE INNOVATION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Real-World Data Ingestion &amp; Enterprise Extensibility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🌐 Real-World Crawled Datasets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9,125 Metric Time-Series Rows: 365 days across 5 global regions (APAC, EU, NORTH_AMERICA, LATAM, EMEA).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Live GitHub Release Logs: Crawled via GitHub REST API across Stripe, React, FastAPI, and Next.js repos.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Authentic Customer Tickets: Zendesk support issues with sentiment scores (-0.92 to +0.45).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APM War Room Telemetry: PagerDuty &amp; Datadog critical error rate monitoring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📁 Custom Enterprise CSV Portal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Drag-and-Drop Ingestion: Upload custom CSV datasets via dashboard top-header portal.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Dynamic Column Mapping: Auto-detects timestamp, KPI, and regional dimensions.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&lt;2 Second Execution: Runs full 4-layer ML pipeline on newly uploaded data instantly.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Zero Code Modification: Handles SaaS (MRR, Churn) or Logistics (Delivery Delay) schemas seamlessly.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ACCENTURE INNOVATION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Quantified Business Value &amp; Competitive Advantage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⚡ 99.4% Faster MTTD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Traditional: 6+ hours of cross-team Slack debates and manual dashboard cross-referencing.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CortexKPI: &lt;2 seconds from metric anomaly breach to correlated root-cause deployment commit.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💰 $190,000+ Saved / Day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Instant Outage Restoration: 1-Click automated rollback eliminates prolonged payment downtime.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Proactive Loss Prevention: What-If simulation quantifies financial risk before major releases.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🛡️ Zero False Alarms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Seasonal Awareness: Dynamic Bayesian Baselining eliminates weekend alert fatigue.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Epistemic Rigor: Explicitly flags data gaps rather than hallucinating false confidence.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ACCENTURE INNOVATION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Production Verification &amp; Test Coverage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🧪 Automated Test Suites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test_production_api.py: 100% pass rate across all 3 multi-region scenarios, What-If simulation, and Rollback.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test_custom_inputs.py: Verifies extreme edge cases (5% catastrophic outage, 300k session spikes, custom schemas).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Thread-Safe ML: Joblib parallel Isolation Forest execution protected against multi-threaded race conditions.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Pure Python Architecture: FastAPI backend + Vanilla JS frontend with zero heavyweight node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📦 Open Source Deliverables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GitHub Repository: https://github.com/abhishek9680/CortexKPI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Live FastAPI Server: Running locally on http://127.0.0.1:8000.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Documentation: Comprehensive README.md &amp; CortexKPI_README.pdf.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PDF Sign-off Sheet: Built-in 1-click executive PDF export generator.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3B82F6"/>
                </a:solidFill>
              </a:defRPr>
            </a:pPr>
            <a:r>
              <a:t>CortexKPI: Transforming Enterprise Business Intelligence</a:t>
            </a:r>
          </a:p>
          <a:p>
            <a:pPr>
              <a:spcAft>
                <a:spcPts val="2400"/>
              </a:spcAft>
              <a:defRPr sz="1800">
                <a:solidFill>
                  <a:srgbClr val="F8FAFC"/>
                </a:solidFill>
              </a:defRPr>
            </a:pPr>
            <a:r>
              <a:t>From raw statistical noise to executive certainty in 2 seconds.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Thank you! We look forward to presenting CortexKPI to the Accenture Leadership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